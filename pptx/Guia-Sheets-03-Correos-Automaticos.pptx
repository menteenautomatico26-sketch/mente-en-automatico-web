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36576" cy="5148072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A1F3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61830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SHEETS · GUÍA 03 DE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Automáticos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Google Sheets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correos personalizados sin tocar el teclado — Claude escribe el código, tú activas el trigger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Serie: Automatización con Google Sheets + 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99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GUION DE TIKTOK INCLUIDO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GUÍA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automatizar correos desde 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92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de uso reales para tu negocio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1: Confirmación de pedido personalizada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6517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72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7889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2: Alerta de pagos vencidos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1089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3: Reporte semanal automático al equipo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35661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21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Disparadores: que funcione solo sin ti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23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78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TikTok listo para grabar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EL PROBLEMA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manual es tiempo muerto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confirmación que escribes a mano es un minuto que podrías estar haciendo otra cosa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840480" cy="2560320"/>
          </a:xfrm>
          <a:prstGeom prst="roundRect">
            <a:avLst>
              <a:gd name="adj" fmla="val 5000"/>
            </a:avLst>
          </a:prstGeom>
          <a:solidFill>
            <a:srgbClr val="1A0A0A"/>
          </a:solidFill>
          <a:ln w="12700">
            <a:solidFill>
              <a:srgbClr val="FF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automatizar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Abrir Gmail manualmente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Escribir el saludo (copiar nombre)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00837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Cambiar el producto, precio, fecha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3467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Enviar → ir al siguiente pedido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68503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Repetir 20, 30, 50 veces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¿Y si te olvidas de alguien?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1920240"/>
            <a:ext cx="3840480" cy="2560320"/>
          </a:xfrm>
          <a:prstGeom prst="roundRect">
            <a:avLst>
              <a:gd name="adj" fmla="val 5000"/>
            </a:avLst>
          </a:prstGeom>
          <a:solidFill>
            <a:srgbClr val="041A0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Apps Script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3317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Sheet cambia a "Confirmado"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267004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Correo sale automáticamente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300837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uno con nombre correcto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33467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 y precio exactos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68503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Columna marcada "Enviado"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402336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0% de olvidos, 0 minutos tuyos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CASOS DE USO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scripts que puedes usar hoy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para cada situación común de negocio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192938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pedido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2402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estado en tu Sheet cambia a "Confirmado", el cliente recibe el correo al instante con todos los detalles.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93522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pago vencido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461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mañana revisa quién lleva 7+ días sin pagar y le manda un recordatorio automático personalizado.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94106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semanal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2519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lunes a las 8am, tu equipo recibe el resumen de ventas de la semana anterior sin que nadie lo active.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SCRIPT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pedido automática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Nombre (A), Email (B), Producto (C), Total (D), Estado (E)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606040"/>
          </a:xfrm>
          <a:prstGeom prst="roundRect">
            <a:avLst>
              <a:gd name="adj" fmla="val 4211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COMPLETO — incluye candado para no reenviar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enviarConfirmaciones()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hoja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.getSheetByName("Pedidos");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hoja.getDataRange().getValues();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datos.length; i++)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[nombre, email, producto, total, estado, enviado] = datos[i];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(estado === "Confirmado" &amp;&amp; enviado !== "Enviado")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GmailApp.sendEmail(email,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`✅ Pedido confirmado — ${nombre}`,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`Hola ${nombre},\n\nTu pedido de "${producto}" por Q${total} está confirmado.\nEntrega: 3-5 días hábiles.\n\n¡Gracias!`);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hoja.getRange(i + 1, 6).setValue("Enviado"); // col F = candado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68172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F actúa como candado. Una vez marcada "Enviado", el script nunca vuelve a mandar ese correo aunque lo ejecutes mil veces.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SCRIPT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pagos vencidos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Cliente (A), Email (B), Monto (C), Vencimiento (D), Estado (E)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606040"/>
          </a:xfrm>
          <a:prstGeom prst="roundRect">
            <a:avLst>
              <a:gd name="adj" fmla="val 4211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COMPLETO — revisa y avisa cada mañana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alertarPagosVencidos()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hoja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.getSheetByName("Cobros");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hoja.getDataRange().getValues();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hoy = new Date();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datos.length; i++)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[cliente, email, monto, vencimiento, estado] = datos[i];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diasVencido = Math.floor((hoy - new Date(vencimiento)) / 86400000);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(estado === "Pendiente" &amp;&amp; diasVencido &gt;= 7)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GmailApp.sendEmail(email,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`⚠️ Pago vencido — ${cliente}`,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`Tu pago de Q${monto} venció hace ${diasVencido} días.\nPor favor regulariza tu situación.`);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SCRIPT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semanal automático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 a las 8am, el resumen de la semana llega solo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606040"/>
          </a:xfrm>
          <a:prstGeom prst="roundRect">
            <a:avLst>
              <a:gd name="adj" fmla="val 4211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COMPLETO — actívalo con trigger "Lunes 8am"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7955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reporteSemanal()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hoja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.getSheetByName("Ventas");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datos = hoja.getDataRange().getValues();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hoy = new Date();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hace7dias = new Date(hoy - 7 * 864e5);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total = 0, cant = 0, detalles = "";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datos.length; i++)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 Date(datos[i][0]) &gt;= hace7dias)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total += datos[i][2]; cant++;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detalles += `- ${datos[i][1]}: Q${datos[i][2]}\n`;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GmailApp.sendEmail("tu@email.com",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"📊 Reporte semanal",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`Ventas: ${cant} | Total: Q${total}\n\n${detalles}`);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A1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GUION DE TIKTOK — 80 segundos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 · 0:00-0:06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"Esta semana mandé 50 correos personalizados. ¿Cuánto tardé? Cero segundos."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527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Gmail mostrando "50 mensajes enviados"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282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 · 0:06-0:18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94767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"Antes hacía esto: abría Gmail, escribía el nombre, copiaba el texto, cambiaba el producto. Repetía 50 veces. Es trabajo de máquina, no de humano."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Mano escribiendo correos uno a uno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 · 0:18-0:35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"Le dije a Claude: cuando el estado sea Confirmado, envía un correo con el nombre y el producto. En 10 segundos tenía el código."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Claude generando el código completo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 · 0:35-1:20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1056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"Pego el código, ejecuto una vez y mira: correos saliendo automáticamente. Comenta CORREOS y te mando los 3 scripts completos."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897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Correos llegando a Gmail en tiempo real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DISPARADORES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truco: que funcione solo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script que ejecutas a mano no es automatización — los triggers sí lo 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19202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9568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→ Apps Script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128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editor con tu código guardado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" y="26060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6426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izquierdo → Ícono 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8986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Disparadores (Triggers)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" y="32918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284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Añadir disparador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5844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en esquina inferior derecha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" y="397764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0142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tiempo → Semana → Lunes 8am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702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elegir: hora, día, semana, mes o al abrir el Sheet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RESUMEN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scripts de esta guía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933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Script 1: Confirmación de pedido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"Confirmado" → correo personalizado + marcar "Enviado" en col 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077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Script 2: Alerta de pago vencido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"Pendiente" AND días vencidos ≥ 7 → recordatorio automático al cliente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221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Script 3: Reporte semanal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33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ventas últimos 7 días → correo a tu equipo cada lunes a las 8am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SIGUIENTE PASO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Ventas con Alertas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final de la serie: un panel de control completo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25603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04 de la serie: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Ventas con Alertas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8529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tiempo real · Formato condicional automático · Correo de alerta cuando algo va mal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 sola pantalla — sin abrir otras hojas ni hacer cálculos manuales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616452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85032"/>
            <a:ext cx="35250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"DASHBOARD" EN EL SIGUIENTE VIDEO →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A1F35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fue útil?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"CORREOS" en TikTok y te mando el PDF completo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4224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25196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COMENTA: CORREOS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menteenautomatico.com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Correos Automáticos desde Google Sheets — Guía 03</dc:title>
  <dc:subject>PptxGenJS Presentation</dc:subject>
  <dc:creator>PptxGenJS</dc:creator>
  <cp:lastModifiedBy>PptxGenJS</cp:lastModifiedBy>
  <cp:revision>1</cp:revision>
  <dcterms:created xsi:type="dcterms:W3CDTF">2026-06-06T14:23:47Z</dcterms:created>
  <dcterms:modified xsi:type="dcterms:W3CDTF">2026-06-06T14:23:47Z</dcterms:modified>
</cp:coreProperties>
</file>