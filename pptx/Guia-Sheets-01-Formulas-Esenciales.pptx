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36576" cy="5148072"/>
          </a:xfrm>
          <a:prstGeom prst="rect">
            <a:avLst/>
          </a:prstGeom>
          <a:solidFill>
            <a:srgbClr val="061525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1097280"/>
            <a:ext cx="3474720" cy="3474720"/>
          </a:xfrm>
          <a:prstGeom prst="ellipse">
            <a:avLst/>
          </a:prstGeom>
          <a:solidFill>
            <a:srgbClr val="0A1F35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-822960"/>
            <a:ext cx="2926080" cy="2926080"/>
          </a:xfrm>
          <a:prstGeom prst="ellipse">
            <a:avLst/>
          </a:prstGeom>
          <a:solidFill>
            <a:srgbClr val="061830"/>
          </a:solidFill>
          <a:ln w="6350">
            <a:solidFill>
              <a:srgbClr val="00B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SHEETS · GUÍA 01 DE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para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Real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1097280" cy="45720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42032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6 fórmulas que realmente necesitas, tablas dinámicas y trucos de productividad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Serie: Automatización con Google Sheets + IA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2606040" cy="256032"/>
          </a:xfrm>
          <a:prstGeom prst="roundRect">
            <a:avLst>
              <a:gd name="adj" fmla="val 50000"/>
            </a:avLst>
          </a:prstGeom>
          <a:solidFill>
            <a:srgbClr val="061525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59943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GUION DE TIKTOK INCLUIDO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ESTA GUÍA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435608"/>
            <a:ext cx="274320" cy="2743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356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más común en Google Sheets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1737360"/>
            <a:ext cx="0" cy="137160"/>
          </a:xfrm>
          <a:prstGeom prst="line">
            <a:avLst/>
          </a:prstGeom>
          <a:noFill/>
          <a:ln w="12700">
            <a:solidFill>
              <a:srgbClr val="0077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92808"/>
            <a:ext cx="274320" cy="2743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18745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6 fórmulas esenciales (con ejemplos reales)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2194560"/>
            <a:ext cx="0" cy="137160"/>
          </a:xfrm>
          <a:prstGeom prst="line">
            <a:avLst/>
          </a:prstGeom>
          <a:noFill/>
          <a:ln w="12700">
            <a:solidFill>
              <a:srgbClr val="0077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350008"/>
            <a:ext cx="274320" cy="2743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50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3317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BUSCARV: nunca más busques a mano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2651760"/>
            <a:ext cx="0" cy="137160"/>
          </a:xfrm>
          <a:prstGeom prst="line">
            <a:avLst/>
          </a:prstGeom>
          <a:noFill/>
          <a:ln w="12700">
            <a:solidFill>
              <a:srgbClr val="0077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807208"/>
            <a:ext cx="274320" cy="2743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807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27889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SUMAR.SI y CONTAR.SI para reportes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3108960"/>
            <a:ext cx="0" cy="137160"/>
          </a:xfrm>
          <a:prstGeom prst="line">
            <a:avLst/>
          </a:prstGeom>
          <a:noFill/>
          <a:ln w="12700">
            <a:solidFill>
              <a:srgbClr val="0077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264408"/>
            <a:ext cx="274320" cy="2743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2644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32461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dinámicas en 5 pasos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3566160"/>
            <a:ext cx="0" cy="137160"/>
          </a:xfrm>
          <a:prstGeom prst="line">
            <a:avLst/>
          </a:prstGeom>
          <a:noFill/>
          <a:ln w="12700">
            <a:solidFill>
              <a:srgbClr val="0077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721608"/>
            <a:ext cx="274320" cy="2743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7216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37033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Trucos de productividad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6928" y="4023360"/>
            <a:ext cx="0" cy="137160"/>
          </a:xfrm>
          <a:prstGeom prst="line">
            <a:avLst/>
          </a:prstGeom>
          <a:noFill/>
          <a:ln w="12700">
            <a:solidFill>
              <a:srgbClr val="0077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178808"/>
            <a:ext cx="274320" cy="2743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178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" y="41605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Guion de TikTok listo para grabar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EL PROBLEMA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más común en Sheets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 mayoría usa Sheets como si fuera papel cuadriculado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840480" cy="2468880"/>
          </a:xfrm>
          <a:prstGeom prst="roundRect">
            <a:avLst>
              <a:gd name="adj" fmla="val 5185"/>
            </a:avLst>
          </a:prstGeom>
          <a:solidFill>
            <a:srgbClr val="1A0A0A"/>
          </a:solidFill>
          <a:ln w="12700">
            <a:solidFill>
              <a:srgbClr val="FF5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Lo que hace la mayoría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Sumas a mano columna por columna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6791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Copia y pega datos entre hojas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02666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Busca con Ctrl+F en lugar de BUSCARV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37413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Tiene 40 hojas sin conexión entre sí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721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"resumen" lo hace en otra app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920240"/>
            <a:ext cx="3840480" cy="2468880"/>
          </a:xfrm>
          <a:prstGeom prst="roundRect">
            <a:avLst>
              <a:gd name="adj" fmla="val 5185"/>
            </a:avLst>
          </a:prstGeom>
          <a:solidFill>
            <a:srgbClr val="041A0A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Lo que vas a hacer tú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2331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Fórmulas que calculan solas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26791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BUSCARV conecta tus hojas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302666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Tablas dinámicas en 2 clics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337413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actualizado al instante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372160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Automatizaciones con Apps Script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LAS 6 FÓRMULAS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que realmente vas a usar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las 200 que existen — las 6 que resuelven el 90% de los problemas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0A1628"/>
          </a:solidFill>
          <a:ln w="10160">
            <a:solidFill>
              <a:srgbClr val="00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836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=BUSCARV(...)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1579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un valor y trae su dato relacionado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82880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0A1628"/>
          </a:solidFill>
          <a:ln w="10160">
            <a:solidFill>
              <a:srgbClr val="007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8836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=SUMAR.SI(...)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21579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solo las filas que cumplan una condición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0A1628"/>
          </a:solidFill>
          <a:ln w="10160">
            <a:solidFill>
              <a:srgbClr val="007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7066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=CONTAR.SI(...)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29809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cuántos elementos cumplen la condición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65176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0A1628"/>
          </a:solidFill>
          <a:ln w="10160">
            <a:solidFill>
              <a:srgbClr val="0077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7066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=SI(...)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9809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pasa X, muestra A, si no muestra 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0A1628"/>
          </a:solidFill>
          <a:ln w="10160">
            <a:solidFill>
              <a:srgbClr val="0077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5295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=TEXTO(...)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3803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Formatea fechas y números como quieres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47472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0A1628"/>
          </a:solidFill>
          <a:ln w="10160">
            <a:solidFill>
              <a:srgbClr val="0077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35295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=UNIQUE + SORT(...)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83480" y="3803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sin duplicados, ordenada automáticamente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BUSCARV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más busques a mano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fórmula más poderosa para conectar datos entre hojas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8229600" cy="2194560"/>
          </a:xfrm>
          <a:prstGeom prst="roundRect">
            <a:avLst>
              <a:gd name="adj" fmla="val 5000"/>
            </a:avLst>
          </a:prstGeom>
          <a:solidFill>
            <a:srgbClr val="020810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1168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SINTAXIS + EJEMPLO REAL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2212848"/>
            <a:ext cx="79552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=BUSCARV(valor_buscado, rango_tabla, num_columna, 0)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Ejemplo real: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Tu hoja "Pedidos" tiene el ID del cliente en col A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Tu hoja "Clientes" tiene ID (col A) y Nombre (col B)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=BUSCARV(A2, Clientes!A:B, 2, 0)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→ Trae el nombre del cliente automáticamente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061525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315968"/>
            <a:ext cx="320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297680"/>
            <a:ext cx="7662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último 0 significa "coincidencia exacta". Siempre úsalo a menos que quieras aproximaciones (como rangos de notas).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TABLAS DINÁMICAS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Resúmenes automáticos en 5 pasos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caos de datos al reporte en menos de 2 minutos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92608" cy="292608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20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0392" y="1874520"/>
            <a:ext cx="7836408" cy="438912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938528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todos tus datos (Ctrl+A)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292608" cy="292608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50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0392" y="2404872"/>
            <a:ext cx="7836408" cy="438912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2468880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→ Tabla dinámica → Nueva hoja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980944"/>
            <a:ext cx="292608" cy="292608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809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0392" y="2935224"/>
            <a:ext cx="7836408" cy="438912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2999232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"Filas" arrastra: Producto / Categoría / Mes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3511296"/>
            <a:ext cx="292608" cy="292608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5112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0392" y="3465576"/>
            <a:ext cx="7836408" cy="438912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3529584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"Valores" arrastra: Monto → Suma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4041648"/>
            <a:ext cx="292608" cy="292608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0416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0392" y="3995928"/>
            <a:ext cx="7836408" cy="438912"/>
          </a:xfrm>
          <a:prstGeom prst="roundRect">
            <a:avLst>
              <a:gd name="adj" fmla="val 16667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4059936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¡Listo! El resumen se actualiza solo al agregar datos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502920"/>
          </a:xfrm>
          <a:prstGeom prst="roundRect">
            <a:avLst/>
          </a:prstGeom>
          <a:solidFill>
            <a:srgbClr val="1A0A1F"/>
          </a:solidFill>
          <a:ln w="12700">
            <a:solidFill>
              <a:srgbClr val="FF0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0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GUION DE TIKTOK — 75 segundos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0A0520"/>
          </a:solidFill>
          <a:ln w="12700">
            <a:solidFill>
              <a:srgbClr val="2A1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922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0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1 · 0:00-0:06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8686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¿Cuántas horas pierdes haciendo esto a mano?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23444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Muestra: pantalla de Excel con sumas manuales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73352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0A0520"/>
          </a:solidFill>
          <a:ln w="12700">
            <a:solidFill>
              <a:srgbClr val="2A1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2821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0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2 · 0:06-0:22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94767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Antes calculabas a mano. Con BUSCARV, SUMAR.SI y una tabla dinámica, Sheets hace el trabajo.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3134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Muestra: fórmulas escribiéndose solas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752344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0A0520"/>
          </a:solidFill>
          <a:ln w="12700">
            <a:solidFill>
              <a:srgbClr val="2A1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072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0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3 · 0:22-0:55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3026664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Demo en vivo: tabla dinámica generando resumen de ventas por producto en 30 segundos.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39242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Muestra: tabla dinámica construyéndose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831336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0A0520"/>
          </a:solidFill>
          <a:ln w="12700">
            <a:solidFill>
              <a:srgbClr val="2A1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886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0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4 · 0:55-1:15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4105656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Comenta "SHEETS" y te mando la guía PDF con las 6 fórmulas y los ejemplos.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47141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Muestra: captura de la guía PDF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TRUCOS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Productividad al máximo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Atajos y funciones que ahorran minutos cada día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92938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;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216712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la fecha de hoy al instante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187452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92938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Shift + 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56048" y="216712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la hora actual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61518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=HOY()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285292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que se actualiza sola cada día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256032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261518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=AHORA()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56048" y="285292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y hora actualizadas en tiempo real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30098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Shift + 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353872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Activa/desactiva filtros automáticos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324612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330098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\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56048" y="353872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solo las celdas visibles (tras filtrar)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93192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98678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F4 en fórmula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" y="422452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 referencias: $A$1 no cambia al copiar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393192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398678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`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56048" y="422452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Muestra/oculta las fórmulas en lugar de resultados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RESUMEN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aprendiste hoy?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01168" cy="201168"/>
          </a:xfrm>
          <a:prstGeom prst="ellipse">
            <a:avLst/>
          </a:prstGeom>
          <a:solidFill>
            <a:srgbClr val="00BF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64792"/>
            <a:ext cx="7909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BUSCARV conecta datos entre hojas sin buscar a mano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201168" cy="201168"/>
          </a:xfrm>
          <a:prstGeom prst="ellipse">
            <a:avLst/>
          </a:prstGeom>
          <a:solidFill>
            <a:srgbClr val="00BF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221992"/>
            <a:ext cx="7909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SUMAR.SI y CONTAR.SI hacen reportes por condición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201168" cy="201168"/>
          </a:xfrm>
          <a:prstGeom prst="ellipse">
            <a:avLst/>
          </a:prstGeom>
          <a:solidFill>
            <a:srgbClr val="00B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79192"/>
            <a:ext cx="7909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 SI toma decisiones automáticamente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201168" cy="201168"/>
          </a:xfrm>
          <a:prstGeom prst="ellipse">
            <a:avLst/>
          </a:prstGeom>
          <a:solidFill>
            <a:srgbClr val="00B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136392"/>
            <a:ext cx="7909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dinámicas generan resúmenes en 2 clics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201168" cy="201168"/>
          </a:xfrm>
          <a:prstGeom prst="ellipse">
            <a:avLst/>
          </a:prstGeom>
          <a:solidFill>
            <a:srgbClr val="00B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93592"/>
            <a:ext cx="7909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condicional colorea celdas según el valor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069080"/>
            <a:ext cx="201168" cy="201168"/>
          </a:xfrm>
          <a:prstGeom prst="ellipse">
            <a:avLst/>
          </a:prstGeom>
          <a:solidFill>
            <a:srgbClr val="00B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50792"/>
            <a:ext cx="7909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Atajos de teclado ahorran minutos cada día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SIGUIENTE PASO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Script con Claude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Google Sheets sin saber programar — la próxima guía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2468880"/>
          </a:xfrm>
          <a:prstGeom prst="roundRect">
            <a:avLst>
              <a:gd name="adj" fmla="val 5185"/>
            </a:avLst>
          </a:prstGeom>
          <a:solidFill>
            <a:srgbClr val="0A1628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8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02 de la serie: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Script de Cero con Claude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escribe el código — tú solo lo pegas.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Resúmenes automáticos por correo, alertas de stock, auto-archivado y más.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3227832" cy="256032"/>
          </a:xfrm>
          <a:prstGeom prst="roundRect">
            <a:avLst>
              <a:gd name="adj" fmla="val 50000"/>
            </a:avLst>
          </a:prstGeom>
          <a:solidFill>
            <a:srgbClr val="061525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685032"/>
            <a:ext cx="3136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 "APPS" EN EL SIGUIENTE VIDEO →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474720" y="914400"/>
            <a:ext cx="2286000" cy="2286000"/>
          </a:xfrm>
          <a:prstGeom prst="ellipse">
            <a:avLst/>
          </a:prstGeom>
          <a:solidFill>
            <a:srgbClr val="0A1F35"/>
          </a:solidFill>
          <a:ln w="19050">
            <a:solidFill>
              <a:srgbClr val="00B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9144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⚡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¿Te fue útil?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8221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 "SHEETS" en TikTok y te mando el PDF completo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4224528"/>
            <a:ext cx="1440180" cy="256032"/>
          </a:xfrm>
          <a:prstGeom prst="roundRect">
            <a:avLst>
              <a:gd name="adj" fmla="val 50000"/>
            </a:avLst>
          </a:prstGeom>
          <a:solidFill>
            <a:srgbClr val="061525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4251960"/>
            <a:ext cx="13487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COMENTA: SHEETS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menteenautomatico.com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Sheets para Trabajo Real — Guía 01</dc:title>
  <dc:subject>PptxGenJS Presentation</dc:subject>
  <dc:creator>Mente en Automático</dc:creator>
  <cp:lastModifiedBy>Mente en Automático</cp:lastModifiedBy>
  <cp:revision>1</cp:revision>
  <dcterms:created xsi:type="dcterms:W3CDTF">2026-06-06T14:23:47Z</dcterms:created>
  <dcterms:modified xsi:type="dcterms:W3CDTF">2026-06-06T14:23:47Z</dcterms:modified>
</cp:coreProperties>
</file>