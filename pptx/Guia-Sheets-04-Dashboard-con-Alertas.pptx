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8072"/>
          </a:xfrm>
          <a:prstGeom prst="rect">
            <a:avLst/>
          </a:prstGeom>
          <a:ln/>
        </p:spPr>
      </p:sp>
      <p:sp>
        <p:nvSpPr>
          <p:cNvPr id="3" name="Shape 1"/>
          <p:cNvSpPr/>
          <p:nvPr/>
        </p:nvSpPr>
        <p:spPr>
          <a:xfrm>
            <a:off x="54864" y="0"/>
            <a:ext cx="36576" cy="5148072"/>
          </a:xfrm>
          <a:prstGeom prst="rect">
            <a:avLst/>
          </a:prstGeom>
          <a:solidFill>
            <a:srgbClr val="061525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-1097280"/>
            <a:ext cx="3474720" cy="3474720"/>
          </a:xfrm>
          <a:prstGeom prst="ellipse">
            <a:avLst/>
          </a:prstGeom>
          <a:solidFill>
            <a:srgbClr val="0A1F35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-822960"/>
            <a:ext cx="2926080" cy="2926080"/>
          </a:xfrm>
          <a:prstGeom prst="ellipse">
            <a:avLst/>
          </a:prstGeom>
          <a:solidFill>
            <a:srgbClr val="061830"/>
          </a:solidFill>
          <a:ln w="6350">
            <a:solidFill>
              <a:srgbClr val="00B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64008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SHEETS · GUÍA 04 DE 4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Ventas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164592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Alertas Automáticas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1097280" cy="45720"/>
          </a:xfrm>
          <a:prstGeom prst="rect">
            <a:avLst/>
          </a:prstGeom>
          <a:solidFill>
            <a:srgbClr val="00BFF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542032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negocio en una pantalla: KPIs en tiempo real, formato condicional y correo si algo va mal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2976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Serie: Automatización con Google Sheets + IA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2606040" cy="256032"/>
          </a:xfrm>
          <a:prstGeom prst="roundRect">
            <a:avLst>
              <a:gd name="adj" fmla="val 50000"/>
            </a:avLst>
          </a:prstGeom>
          <a:solidFill>
            <a:srgbClr val="061525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4599432"/>
            <a:ext cx="2514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GUION DE TIKTOK INCLUIDO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ESTA GUÍA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435608"/>
            <a:ext cx="274320" cy="2743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356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41732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es un dashboard y para qué sirve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1737360"/>
            <a:ext cx="0" cy="137160"/>
          </a:xfrm>
          <a:prstGeom prst="line">
            <a:avLst/>
          </a:prstGeom>
          <a:noFill/>
          <a:ln w="12700">
            <a:solidFill>
              <a:srgbClr val="0077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92808"/>
            <a:ext cx="274320" cy="2743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892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187452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Estructura: hoja Datos vs hoja Dashboard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" y="2194560"/>
            <a:ext cx="0" cy="137160"/>
          </a:xfrm>
          <a:prstGeom prst="line">
            <a:avLst/>
          </a:prstGeom>
          <a:noFill/>
          <a:ln w="12700">
            <a:solidFill>
              <a:srgbClr val="0077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350008"/>
            <a:ext cx="274320" cy="2743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350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" y="233172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Fórmulas KPI: ventas, meta, pendientes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66928" y="2651760"/>
            <a:ext cx="0" cy="137160"/>
          </a:xfrm>
          <a:prstGeom prst="line">
            <a:avLst/>
          </a:prstGeom>
          <a:noFill/>
          <a:ln w="12700">
            <a:solidFill>
              <a:srgbClr val="0077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2807208"/>
            <a:ext cx="274320" cy="2743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8072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278892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condicional: verde / amarillo / rojo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6928" y="3108960"/>
            <a:ext cx="0" cy="137160"/>
          </a:xfrm>
          <a:prstGeom prst="line">
            <a:avLst/>
          </a:prstGeom>
          <a:noFill/>
          <a:ln w="12700">
            <a:solidFill>
              <a:srgbClr val="0077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264408"/>
            <a:ext cx="274320" cy="2743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2644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2960" y="324612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Gráficas que se actualizan solas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3566160"/>
            <a:ext cx="0" cy="137160"/>
          </a:xfrm>
          <a:prstGeom prst="line">
            <a:avLst/>
          </a:prstGeom>
          <a:noFill/>
          <a:ln w="12700">
            <a:solidFill>
              <a:srgbClr val="0077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721608"/>
            <a:ext cx="274320" cy="2743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7216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" y="370332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sistema de alertas automáticas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66928" y="4023360"/>
            <a:ext cx="0" cy="137160"/>
          </a:xfrm>
          <a:prstGeom prst="line">
            <a:avLst/>
          </a:prstGeom>
          <a:noFill/>
          <a:ln w="12700">
            <a:solidFill>
              <a:srgbClr val="0077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4178808"/>
            <a:ext cx="274320" cy="2743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1788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22960" y="416052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pedirle todo esto a Claude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66928" y="4480560"/>
            <a:ext cx="0" cy="137160"/>
          </a:xfrm>
          <a:prstGeom prst="line">
            <a:avLst/>
          </a:prstGeom>
          <a:noFill/>
          <a:ln w="12700">
            <a:solidFill>
              <a:srgbClr val="0077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636008"/>
            <a:ext cx="274320" cy="27432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463600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22960" y="4617720"/>
            <a:ext cx="73152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Guion de TikTok listo para grabar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CONCEPTO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negocio en una sola pantalla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abrir 5 hojas, sin hacer cálculos — todo visible en 2 segundos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3017520"/>
          </a:xfrm>
          <a:prstGeom prst="roundRect">
            <a:avLst>
              <a:gd name="adj" fmla="val 4242"/>
            </a:avLst>
          </a:prstGeom>
          <a:solidFill>
            <a:srgbClr val="0A1628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659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Panel de Ventas — Junio 2025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286000"/>
            <a:ext cx="7955280" cy="0"/>
          </a:xfrm>
          <a:prstGeom prst="line">
            <a:avLst/>
          </a:prstGeom>
          <a:noFill/>
          <a:ln w="6350">
            <a:solidFill>
              <a:srgbClr val="1A2A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359152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061525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43230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18,450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40080" y="29077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del mes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383280" y="2359152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061525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243230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83280" y="29077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alcanzada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2359152"/>
            <a:ext cx="2560320" cy="960120"/>
          </a:xfrm>
          <a:prstGeom prst="roundRect">
            <a:avLst>
              <a:gd name="adj" fmla="val 9524"/>
            </a:avLst>
          </a:prstGeom>
          <a:solidFill>
            <a:srgbClr val="061525"/>
          </a:solidFill>
          <a:ln w="12700">
            <a:solidFill>
              <a:srgbClr val="FF5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43230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126480" y="2907792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pendientes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" y="340156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572768" y="3456432"/>
            <a:ext cx="5486400" cy="182880"/>
          </a:xfrm>
          <a:prstGeom prst="roundRect">
            <a:avLst>
              <a:gd name="adj" fmla="val 50000"/>
            </a:avLst>
          </a:prstGeom>
          <a:solidFill>
            <a:srgbClr val="1A2A4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72768" y="3456432"/>
            <a:ext cx="4663440" cy="182880"/>
          </a:xfrm>
          <a:prstGeom prst="roundRect">
            <a:avLst>
              <a:gd name="adj" fmla="val 50000"/>
            </a:avLst>
          </a:prstGeom>
          <a:solidFill>
            <a:srgbClr val="00BFFF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340156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5,200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94360" y="3749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1572768" y="3803904"/>
            <a:ext cx="5486400" cy="182880"/>
          </a:xfrm>
          <a:prstGeom prst="roundRect">
            <a:avLst>
              <a:gd name="adj" fmla="val 50000"/>
            </a:avLst>
          </a:prstGeom>
          <a:solidFill>
            <a:srgbClr val="1A2A4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72768" y="3803904"/>
            <a:ext cx="3401568" cy="182880"/>
          </a:xfrm>
          <a:prstGeom prst="roundRect">
            <a:avLst>
              <a:gd name="adj" fmla="val 50000"/>
            </a:avLst>
          </a:prstGeom>
          <a:solidFill>
            <a:srgbClr val="0077FF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0" y="37490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4,800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94360" y="409651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572768" y="4151376"/>
            <a:ext cx="5486400" cy="182880"/>
          </a:xfrm>
          <a:prstGeom prst="roundRect">
            <a:avLst>
              <a:gd name="adj" fmla="val 50000"/>
            </a:avLst>
          </a:prstGeom>
          <a:solidFill>
            <a:srgbClr val="1A2A4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572768" y="4151376"/>
            <a:ext cx="2414016" cy="18288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32320" y="40965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5,100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94360" y="4443984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572768" y="4498848"/>
            <a:ext cx="5486400" cy="182880"/>
          </a:xfrm>
          <a:prstGeom prst="roundRect">
            <a:avLst>
              <a:gd name="adj" fmla="val 50000"/>
            </a:avLst>
          </a:prstGeom>
          <a:solidFill>
            <a:srgbClr val="1A2A40"/>
          </a:solidFill>
          <a:ln w="12700">
            <a:solidFill>
              <a:srgbClr val="1A2A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572768" y="4498848"/>
            <a:ext cx="1261872" cy="182880"/>
          </a:xfrm>
          <a:prstGeom prst="roundRect">
            <a:avLst>
              <a:gd name="adj" fmla="val 50000"/>
            </a:avLst>
          </a:prstGeom>
          <a:solidFill>
            <a:srgbClr val="FF5050"/>
          </a:solidFill>
          <a:ln w="12700">
            <a:solidFill>
              <a:srgbClr val="FF50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132320" y="444398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3,350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ESTRUCTURA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hojas, una idea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los datos del resumen hace que todo sea más limpio y automático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3840480" cy="2926080"/>
          </a:xfrm>
          <a:prstGeom prst="roundRect">
            <a:avLst>
              <a:gd name="adj" fmla="val 4375"/>
            </a:avLst>
          </a:prstGeom>
          <a:solidFill>
            <a:srgbClr val="0A1628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9339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Hoja "Datos"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Aquí registras todo lo que pasa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578608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061525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62432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A: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554480" y="262432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2990088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061525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03580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B: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554480" y="30358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3401568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061525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44728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C: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54480" y="344728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3813048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061525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385876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D: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554480" y="385876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Monto (Q)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" y="4224528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061525"/>
          </a:solidFill>
          <a:ln w="6350">
            <a:solidFill>
              <a:srgbClr val="1A2A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2702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E: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554480" y="427024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1874520"/>
            <a:ext cx="4023360" cy="2926080"/>
          </a:xfrm>
          <a:prstGeom prst="roundRect">
            <a:avLst>
              <a:gd name="adj" fmla="val 4375"/>
            </a:avLst>
          </a:prstGeom>
          <a:solidFill>
            <a:srgbClr val="0A1628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199339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Hoja "Dashboard"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228600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los datos con fórmulas y los muestra bonito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25786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KPIs: total, meta, pendientes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00600" y="299008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Fórmulas apuntando a "Datos"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00600" y="34015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Formato condicional (colores)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800600" y="381304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Gráfica de ventas por semana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00600" y="42245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 actualiza sola al agregar datos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FÓRMULAS KPI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fórmulas de tu Dashboard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Pégalas en tu hoja Dashboard — apuntan automáticamente a tu hoja Datos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2468880"/>
          </a:xfrm>
          <a:prstGeom prst="roundRect">
            <a:avLst>
              <a:gd name="adj" fmla="val 4444"/>
            </a:avLst>
          </a:prstGeom>
          <a:solidFill>
            <a:srgbClr val="020810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6596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FÓRMULAS PARA HOJA DASHBOARD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2167128"/>
            <a:ext cx="79552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Total vendido ESTE MES (se actualiza automáticamente)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=SUMAR.SI.CONJUNTO(Datos!D:D, Datos!A:A, "&gt;="&amp;FECHA(AÑO(HOY()),MES(HOY()),1))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% de meta alcanzada (tu meta está en Dashboard!B2)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=TEXTO(B5/B2,"0%")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Pedidos pendientes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=CONTAR.SI(Datos!E:E,"Pendiente")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Promedio diario del mes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=PROMEDIO.SI(Datos!A:A,"&gt;="&amp;FECHA(AÑO(HOY()),MES(HOY()),1),Datos!D:D)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4434840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061525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4544568"/>
            <a:ext cx="320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526280"/>
            <a:ext cx="7662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función HOY() hace que las fórmulas de "mes actual" se actualicen solas cada vez que abres el Sheet — sin que cambies nada.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FORMATO CONDICIONAL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se pinte solo según el resultado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la celda → Formato → Formato condicional → agrega estas 3 reglas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768096"/>
          </a:xfrm>
          <a:prstGeom prst="roundRect">
            <a:avLst>
              <a:gd name="adj" fmla="val 11905"/>
            </a:avLst>
          </a:prstGeom>
          <a:solidFill>
            <a:srgbClr val="0A1628"/>
          </a:solidFill>
          <a:ln w="19050">
            <a:solidFill>
              <a:srgbClr val="FF50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6654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ROJO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03120" y="20665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Condición: Es menor que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03120" y="23591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Valor: 0.5 (50%)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219456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en riesgo — acción urgente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907792"/>
            <a:ext cx="8229600" cy="768096"/>
          </a:xfrm>
          <a:prstGeom prst="roundRect">
            <a:avLst>
              <a:gd name="adj" fmla="val 11905"/>
            </a:avLst>
          </a:prstGeom>
          <a:solidFill>
            <a:srgbClr val="0A1628"/>
          </a:solidFill>
          <a:ln w="19050">
            <a:solidFill>
              <a:srgbClr val="FFB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96265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AMARILLO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3120" y="29626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Condición: Entre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103120" y="32552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Valor: 0.5 y 0.8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83480" y="30906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que acelerar — todavía se puede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803904"/>
            <a:ext cx="8229600" cy="768096"/>
          </a:xfrm>
          <a:prstGeom prst="roundRect">
            <a:avLst>
              <a:gd name="adj" fmla="val 11905"/>
            </a:avLst>
          </a:prstGeom>
          <a:solidFill>
            <a:srgbClr val="0A1628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8587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VERDE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03120" y="38587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Condición: Mayor o igual que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415137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Valor: 0.8 (80%)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83480" y="398678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 bien — sigue así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663440"/>
            <a:ext cx="8229600" cy="621792"/>
          </a:xfrm>
          <a:prstGeom prst="roundRect">
            <a:avLst>
              <a:gd name="adj" fmla="val 17647"/>
            </a:avLst>
          </a:prstGeom>
          <a:solidFill>
            <a:srgbClr val="061525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773168"/>
            <a:ext cx="320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✨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914400" y="4754880"/>
            <a:ext cx="7662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colorear FILAS completas en tu hoja Datos: selecciona el rango → Formato condicional → Fórmula personalizada → =$E1="Atrasado"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SCRIPT ALERTAS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avisa cuando algo va mal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 los KPIs cada mañana y manda correo si hay problema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8229600" cy="2651760"/>
          </a:xfrm>
          <a:prstGeom prst="roundRect">
            <a:avLst>
              <a:gd name="adj" fmla="val 4138"/>
            </a:avLst>
          </a:prstGeom>
          <a:solidFill>
            <a:srgbClr val="020810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6596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CÓDIGO — actívalo con trigger diario a las 7am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2167128"/>
            <a:ext cx="795528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verificarAlertas() {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dash = SpreadsheetApp.getActiveSpreadsheet()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.getSheetByName("Dashboard");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ventasMes = dash.getRange("B5").getValue();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meta = dash.getRange("B2").getValue();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pendientes = dash.getRange("B8").getValue();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pct = ventasMes / meta;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let alertas = [];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(pct &lt; 0.5) alertas.push(`🔴 Solo ${(pct*100).toFixed(0)}% de meta`);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else if (pct &lt; 0.8) alertas.push(`🟡 ${(pct*100).toFixed(0)}% — hay que acelerar`);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(pendientes &gt; 20) alertas.push(`⚠️ ${pendientes} pedidos sin atender`);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(alertas.length &gt; 0)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GmailApp.sendEmail("tu@email.com", "🚨 Alerta Dashboard",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alertas.join("\n") + `\n\nQ${ventasMes} / Meta: Q${meta}`);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5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0A1F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914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0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 GUION DE TIKTOK — 85 segundos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594360"/>
            <a:ext cx="8595360" cy="1005840"/>
          </a:xfrm>
          <a:prstGeom prst="roundRect">
            <a:avLst>
              <a:gd name="adj" fmla="val 9091"/>
            </a:avLst>
          </a:prstGeom>
          <a:solidFill>
            <a:srgbClr val="0A0520"/>
          </a:solidFill>
          <a:ln w="12700">
            <a:solidFill>
              <a:srgbClr val="2A10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649224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0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1 · 0:00-0:08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86868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"Mi cliente me pregunta cómo van las ventas — abro esto. Ve: total del mes, % de meta, pedidos pendientes. Una pantalla, todo actualizado."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1271016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Dashboard con KPIs en verde/rojo/amarillo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73352"/>
            <a:ext cx="8595360" cy="1005840"/>
          </a:xfrm>
          <a:prstGeom prst="roundRect">
            <a:avLst>
              <a:gd name="adj" fmla="val 9091"/>
            </a:avLst>
          </a:prstGeom>
          <a:solidFill>
            <a:srgbClr val="0A0520"/>
          </a:solidFill>
          <a:ln w="12700">
            <a:solidFill>
              <a:srgbClr val="2A10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728216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0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2 · 0:08-0:22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194767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"Antes abría 3 hojas, sumaba a mano, calculaba el porcentaje. 10 minutos buscando info que ya tenía — solo dispersa."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2350008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Múltiples hojas abiertas, scrolling caótico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752344"/>
            <a:ext cx="8595360" cy="1005840"/>
          </a:xfrm>
          <a:prstGeom prst="roundRect">
            <a:avLst>
              <a:gd name="adj" fmla="val 9091"/>
            </a:avLst>
          </a:prstGeom>
          <a:solidFill>
            <a:srgbClr val="0A0520"/>
          </a:solidFill>
          <a:ln w="12700">
            <a:solidFill>
              <a:srgbClr val="2A10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80720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0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3 · 0:22-0:55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302666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"Le expliqué mis columnas a Claude y le pedí: fórmulas para el KPI, formato condicional verde/amarillo/rojo y gráfica por semana. Todo en 30 segundos."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429000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Claude generando fórmulas → dashboard tomando forma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831336"/>
            <a:ext cx="8595360" cy="1005840"/>
          </a:xfrm>
          <a:prstGeom prst="roundRect">
            <a:avLst>
              <a:gd name="adj" fmla="val 9091"/>
            </a:avLst>
          </a:prstGeom>
          <a:solidFill>
            <a:srgbClr val="0A0520"/>
          </a:solidFill>
          <a:ln w="12700">
            <a:solidFill>
              <a:srgbClr val="2A10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38862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0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ESCENA 4 · 0:55-1:25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4105656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🎙 "Y el extra: un script que revisa si las ventas están por debajo del 80% y me avisa por correo. Comenta DASHBOARD y te mando la guía con todo."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11480" y="4507992"/>
            <a:ext cx="8321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Gmail recibiendo alerta → KPI en rojo en el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PROMPT MAESTRO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pedirle el dashboard completo a Claude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prompt para las fórmulas, el formato y el script de alertas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2743200"/>
          </a:xfrm>
          <a:prstGeom prst="roundRect">
            <a:avLst>
              <a:gd name="adj" fmla="val 4000"/>
            </a:avLst>
          </a:prstGeom>
          <a:solidFill>
            <a:srgbClr val="020810"/>
          </a:solidFill>
          <a:ln w="12700">
            <a:solidFill>
              <a:srgbClr val="007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920240"/>
            <a:ext cx="7955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B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PROMPT COMPLETO — para todas las partes del dashboard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94360" y="2121408"/>
            <a:ext cx="795528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Tengo Google Sheets con dos hojas: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"Ventas": Fecha (A), Cliente (B), Producto (C), Monto (D), Estado (E)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"Dashboard": hoja vacía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Necesito: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FÓRMULAS: total mes actual, % de meta (meta en B2), pedidos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pendientes, top 3 productos, promedio diario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FORMATO CONDICIONAL: % meta → rojo &lt;50%, amarillo 50-80%, verde &gt;80%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filas Ventas → rojo si Estado = "Atrasado"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SCRIPT Apps Script: revisa KPIs cada mañana, envía alerta si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% meta &lt; 80% o pendientes &gt; 20, incluye link al Sheet</a:t>
            </a: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endParaRPr lang="en-US" sz="9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50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Dame todo en orden, listo para usar.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GRÁFICAS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que se actualiza sola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Conectadas a tus datos — cuando agregas ventas, la gráfica cambia sola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320040" cy="32004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0574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77824" y="1965960"/>
            <a:ext cx="7808976" cy="54864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200253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tabla resumen por semana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258568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 en col A, =SUMAR.SI.CONJUNTO(...) en col B para cada período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320040" cy="32004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77824" y="2651760"/>
            <a:ext cx="7808976" cy="54864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268833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las 2 columnas → Insertar → Gráfica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2944368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 propone la mejor gráfica. Elige "barras" para comparar períodos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320040" cy="32004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429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77824" y="3337560"/>
            <a:ext cx="7808976" cy="54864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24128" y="337413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Personaliza en el editor de gráficas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24128" y="3630168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Doble clic → cambia colores, agrega título, muestra valores encima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114800"/>
            <a:ext cx="320040" cy="320040"/>
          </a:xfrm>
          <a:prstGeom prst="ellipse">
            <a:avLst/>
          </a:prstGeom>
          <a:solidFill>
            <a:srgbClr val="0077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114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77824" y="4023360"/>
            <a:ext cx="7808976" cy="548640"/>
          </a:xfrm>
          <a:prstGeom prst="roundRect">
            <a:avLst>
              <a:gd name="adj" fmla="val 13333"/>
            </a:avLst>
          </a:prstGeom>
          <a:solidFill>
            <a:srgbClr val="0A1628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24128" y="4059936"/>
            <a:ext cx="7498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Mueve la gráfica al Dashboard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24128" y="4315968"/>
            <a:ext cx="7498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Arrástrala para que quede junto a tus KPIs en una sola vista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RESUMEN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dashboard completo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construiste en esta guía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01168" cy="201168"/>
          </a:xfrm>
          <a:prstGeom prst="ellipse">
            <a:avLst/>
          </a:prstGeom>
          <a:solidFill>
            <a:srgbClr val="00BFF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810512"/>
            <a:ext cx="7909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"Datos" separada de hoja "Dashboard" — arquitectura limpia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201168" cy="201168"/>
          </a:xfrm>
          <a:prstGeom prst="ellipse">
            <a:avLst/>
          </a:prstGeom>
          <a:solidFill>
            <a:srgbClr val="00BFF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267712"/>
            <a:ext cx="7909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Fórmulas KPI: SUMAR.SI.CONJUNTO + HOY() para mes actual automático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201168" cy="201168"/>
          </a:xfrm>
          <a:prstGeom prst="ellipse">
            <a:avLst/>
          </a:prstGeom>
          <a:solidFill>
            <a:srgbClr val="00B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724912"/>
            <a:ext cx="7909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condicional 3 niveles: verde 80%+, amarillo 50-79%, rojo &lt;50%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201168" cy="201168"/>
          </a:xfrm>
          <a:prstGeom prst="ellipse">
            <a:avLst/>
          </a:prstGeom>
          <a:solidFill>
            <a:srgbClr val="00B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182112"/>
            <a:ext cx="7909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 de barras por semana conectada a los datos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201168" cy="201168"/>
          </a:xfrm>
          <a:prstGeom prst="ellipse">
            <a:avLst/>
          </a:prstGeom>
          <a:solidFill>
            <a:srgbClr val="00B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639312"/>
            <a:ext cx="7909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verificarAlertas() con trigger diario a las 7am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201168" cy="201168"/>
          </a:xfrm>
          <a:prstGeom prst="ellipse">
            <a:avLst/>
          </a:prstGeom>
          <a:solidFill>
            <a:srgbClr val="00BFF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096512"/>
            <a:ext cx="79095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maestro para pedirle todo a Claude en un solo mensaje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SERIE COMPLETA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4 guías de Google Sheets con IA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0A1628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95681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18836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Formulas Esenciales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17627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BUSCARV, SUMAR.SI, tablas dinámicas y trucos. Comenta SHEETS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0A1628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3405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97280" y="26609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Apps Script con Claude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295351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 sin programar: 3 scripts completos. Comenta APPS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0A1628"/>
          </a:solidFill>
          <a:ln w="10160">
            <a:solidFill>
              <a:srgbClr val="1A2A4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51129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97280" y="343814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Correos Automáticos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73075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Confirmaciones, alertas de pago, reportes. Comenta CORREOS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16052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061A30"/>
          </a:solidFill>
          <a:ln w="19050">
            <a:solidFill>
              <a:srgbClr val="00B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28853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42153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Dashboard con Alertas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97280" y="4507992"/>
            <a:ext cx="7132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control + alertas. Comenta DASHBOARD ← estás aquí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046720" y="46634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13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365760" y="4617720"/>
            <a:ext cx="8412480" cy="0"/>
          </a:xfrm>
          <a:prstGeom prst="line">
            <a:avLst/>
          </a:prstGeom>
          <a:noFill/>
          <a:ln w="6350">
            <a:solidFill>
              <a:srgbClr val="0A1F35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08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731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Mente en Automático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3474720" y="914400"/>
            <a:ext cx="2286000" cy="2286000"/>
          </a:xfrm>
          <a:prstGeom prst="ellipse">
            <a:avLst/>
          </a:prstGeom>
          <a:solidFill>
            <a:srgbClr val="0A1F35"/>
          </a:solidFill>
          <a:ln w="19050">
            <a:solidFill>
              <a:srgbClr val="00B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9144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⚡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¿Te fue útil?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382219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 "DASHBOARD" en TikTok y te mando el PDF completo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926080" y="4224528"/>
            <a:ext cx="1673352" cy="256032"/>
          </a:xfrm>
          <a:prstGeom prst="roundRect">
            <a:avLst>
              <a:gd name="adj" fmla="val 50000"/>
            </a:avLst>
          </a:prstGeom>
          <a:solidFill>
            <a:srgbClr val="061525"/>
          </a:solidFill>
          <a:ln w="12700">
            <a:solidFill>
              <a:srgbClr val="00B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71800" y="4251960"/>
            <a:ext cx="15819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COMENTA: DASHBOARD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menteenautomatico.com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 de Ventas con Alertas — Guía 04</dc:title>
  <dc:subject>PptxGenJS Presentation</dc:subject>
  <dc:creator>PptxGenJS</dc:creator>
  <cp:lastModifiedBy>PptxGenJS</cp:lastModifiedBy>
  <cp:revision>1</cp:revision>
  <dcterms:created xsi:type="dcterms:W3CDTF">2026-06-06T14:23:47Z</dcterms:created>
  <dcterms:modified xsi:type="dcterms:W3CDTF">2026-06-06T14:23:47Z</dcterms:modified>
</cp:coreProperties>
</file>