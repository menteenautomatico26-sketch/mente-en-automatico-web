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36576" cy="5148072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A1F3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61830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SHEETS · GUÍA 02 DE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de Cero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Claude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Google Sheets sin saber programar — Claude escribe el código, tú solo lo pegas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Serie: Automatización con Google Sheets + 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99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GUION DE TIKTOK INCLUIDO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GUÍA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35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Apps Script y por qué importa?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92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abrir el editor (sin salir de Sheets)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1945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perfecto para pedirle código a Claude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6517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072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7889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1: Resumen diario por correo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1089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2: Alerta automática de stock bajo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35661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21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21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703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3: Auto-archivar filas completadas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023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78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160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TikTok listo para grabar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QUÉ 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Script: el programador dentro de Sheets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simplificado que vive dentro de Google — y Claude lo escribe por 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1115568"/>
          </a:xfrm>
          <a:prstGeom prst="roundRect">
            <a:avLst>
              <a:gd name="adj" fmla="val 9836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tus datos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escribe en tus hojas, sin exportar ni importar nada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1115568"/>
          </a:xfrm>
          <a:prstGeom prst="roundRect">
            <a:avLst>
              <a:gd name="adj" fmla="val 9836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Gmail automáticamente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304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enviar correos, crear borradores y leer tu bandeja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023360" cy="1115568"/>
          </a:xfrm>
          <a:prstGeom prst="roundRect">
            <a:avLst>
              <a:gd name="adj" fmla="val 9836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programa solo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5844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Disparadores para que corra cada hora, día, semana o al abrir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115568"/>
          </a:xfrm>
          <a:prstGeom prst="roundRect">
            <a:avLst>
              <a:gd name="adj" fmla="val 9836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3291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Gratis, sin APIs externas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5844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incluido con tu cuenta de Google — no pagas nada extra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PRIMEROS PASOS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Apps Script en 3 clics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tu Google Sheet, sin instalar nada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29184" cy="329184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" y="1874520"/>
            <a:ext cx="7799832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911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14884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 superior de tu Google Sheet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29184" cy="329184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6968" y="2560320"/>
            <a:ext cx="7799832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596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83464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editor de código en una nueva pestaña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29184" cy="329184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" y="3246120"/>
            <a:ext cx="7799832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2826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y guarda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52044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 — Google guarda el script en tu cuenta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329184" cy="329184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23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6968" y="3931920"/>
            <a:ext cx="7799832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9684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0624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botón play → primera vez pedirá permisos (acepta)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7316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475488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que pide Google son normales — es para que el script pueda leer tu Sheet y usar Gmail. Solo se piden una vez.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PROMPT CLAVE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pedirle el código a Claude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template funciona para cualquier automatización que necesites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PLANTILLA DE PROMPT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7955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Tengo un Google Sheet con estas columnas: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[describe tus columnas: A: Nombre, B: Email, C: Monto...]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de la hoja: "[nombre exacto]"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Necesito un script de Apps Script que: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[qué debe hacer]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[condición: si X entonces Y]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[qué marcar/guardar para no repetir]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 el código completo listo para pegar en Apps Script.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6817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específico seas con los nombres de columnas y valores exactos ("Pendiente", "Completado"), mejor será el código que genera Claude.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SCRIPT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diario automático por correo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mañana, el resumen del día anterior llega a tu Gmail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4000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COMPLETO — copia y pega en Apps Script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enviarResumenDiario()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hoja = SpreadsheetApp.getActiveSpreadsheet()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.getSheetByName("Pedidos");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datos = hoja.getDataRange().getValues();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total = 0, pendientes = 0;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datos.length; i++)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datos[i][3];                          // col D = monto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(datos[i][2] === "Pendiente") pendientes++; // col C = estado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GmailApp.sendEmail("tu@email.com",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"📊 Resumen diario",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`Total: Q${total} — Pendientes: ${pendientes}`);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SCRIPT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stock bajo automática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inventario y avisa cuando algo está por agotarse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4000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COMPLETO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alertarStockBajo()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MINIMO = 10; // alerta si queda menos de esto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hoja = SpreadsheetApp.getActiveSpreadsheet()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.getSheetByName("Inventario");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datos = hoja.getDataRange().getValues();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alertas = [];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datos.length; i++)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(datos[i][2] &lt; MINIMO) { // col C = cantidad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alertas.push(`${datos[i][0]}: solo ${datos[i][2]} unidades`);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(alertas.length &gt; 0)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GmailApp.sendEmail("tu@email.com",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"⚠️ Stock bajo",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alertas.join("\n"));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A1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GUION DE TIKTOK — 85 segundos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 · 0:00-0:07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"Automaticé mi Google Sheets sin saber programar"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52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Apps Script vacío → código generado por Claude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282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 · 0:07-0:25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94767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"Le dije a Claude: tengo un sheet con pedidos, mándame un resumen por correo cada mañana. En 10 segundos tenía el código."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Claude.ai con el prompt + código generado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07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 · 0:25-0:55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Demo: pegar código en editor → ejecutar → correo llegando a Gmail con el resumen completo.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107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Pantalla dividida: editor + Gmail recibiendo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31336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 · 0:55-1:25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1056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"Y con el disparador, funciona solo cada mañana. Comenta SCRIPT y te mando los 3 scripts."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897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Configuración del trigger → reloj programado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SCRIPT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Auto-archivar filas completadas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tu hoja de trabajo moviendo los registros finalizados automáticamente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— mueve filas "Completado" a hoja Archivo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7955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autoArchivar()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ss = SpreadsheetApp.getActiveSpreadsheet();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activa = ss.getSheetByName("Pedidos");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archivo = ss.getSheetByName("Archivo");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datos = activa.getDataRange().getValues();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datos.length - 1; i &gt;= 1; i--)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(datos[i][4] === "Completado") { // col E = estado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archivo.appendRow(datos[i]);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activa.deleteRow(i + 1);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59028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las filas de abajo hacia arriba (i--) para que al borrar filas no se salte ninguna.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DISPARADORES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funcione sin que tú hagas nada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triggers son el truco que convierte el script en automatización real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" y="19202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9568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→ Apps 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2128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editor donde pegaste el código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" y="26060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6426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 de reloj ⏰ en la barra lateral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8986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la sección de Disparadores (Triggers)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" y="32918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3284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Añadir disparador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5844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en la esquina inferior derecha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" y="39776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0142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tiempo → Día → 8am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702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corre solo cada mañana sin que abras nada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RESUMEN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puedes hacer desde hoy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Apps Script desde Extensiones → Apps 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58568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Pedirle el código completo a Claude describiendo tus columnas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15768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resumen diario por correo (enviarResumenDiario)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72968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alerta de stock bajo (alertarStockBajo)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30168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auto-archivar filas completadas (autoArchivar)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87368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disparador para que corra solo sin hacer nada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A1F35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fue útil?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"SCRIPT" en TikTok y te mando el PDF completo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4224528"/>
            <a:ext cx="1440180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251960"/>
            <a:ext cx="1348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COMENTA: SCRIPT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menteenautomatico.com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Apps Script de Cero con Claude — Guía 02</dc:title>
  <dc:subject>PptxGenJS Presentation</dc:subject>
  <dc:creator>PptxGenJS</dc:creator>
  <cp:lastModifiedBy>PptxGenJS</cp:lastModifiedBy>
  <cp:revision>1</cp:revision>
  <dcterms:created xsi:type="dcterms:W3CDTF">2026-06-06T14:23:47Z</dcterms:created>
  <dcterms:modified xsi:type="dcterms:W3CDTF">2026-06-06T14:23:47Z</dcterms:modified>
</cp:coreProperties>
</file>